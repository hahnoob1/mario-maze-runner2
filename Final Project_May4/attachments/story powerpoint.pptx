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9" autoAdjust="0"/>
    <p:restoredTop sz="94660"/>
  </p:normalViewPr>
  <p:slideViewPr>
    <p:cSldViewPr snapToGrid="0">
      <p:cViewPr varScale="1">
        <p:scale>
          <a:sx n="57" d="100"/>
          <a:sy n="57" d="100"/>
        </p:scale>
        <p:origin x="102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AADA3-8BA1-4661-B1E8-72EE745BBBA8}" type="datetimeFigureOut">
              <a:rPr lang="en-CA" smtClean="0"/>
              <a:t>2018-06-13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2DB9C-8E04-48F8-8C91-70ECAC4CE6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62609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AADA3-8BA1-4661-B1E8-72EE745BBBA8}" type="datetimeFigureOut">
              <a:rPr lang="en-CA" smtClean="0"/>
              <a:t>2018-06-13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2DB9C-8E04-48F8-8C91-70ECAC4CE6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7884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AADA3-8BA1-4661-B1E8-72EE745BBBA8}" type="datetimeFigureOut">
              <a:rPr lang="en-CA" smtClean="0"/>
              <a:t>2018-06-13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2DB9C-8E04-48F8-8C91-70ECAC4CE6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668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AADA3-8BA1-4661-B1E8-72EE745BBBA8}" type="datetimeFigureOut">
              <a:rPr lang="en-CA" smtClean="0"/>
              <a:t>2018-06-13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2DB9C-8E04-48F8-8C91-70ECAC4CE6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9344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AADA3-8BA1-4661-B1E8-72EE745BBBA8}" type="datetimeFigureOut">
              <a:rPr lang="en-CA" smtClean="0"/>
              <a:t>2018-06-13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2DB9C-8E04-48F8-8C91-70ECAC4CE6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7447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AADA3-8BA1-4661-B1E8-72EE745BBBA8}" type="datetimeFigureOut">
              <a:rPr lang="en-CA" smtClean="0"/>
              <a:t>2018-06-13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2DB9C-8E04-48F8-8C91-70ECAC4CE6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12944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AADA3-8BA1-4661-B1E8-72EE745BBBA8}" type="datetimeFigureOut">
              <a:rPr lang="en-CA" smtClean="0"/>
              <a:t>2018-06-13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2DB9C-8E04-48F8-8C91-70ECAC4CE6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22452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AADA3-8BA1-4661-B1E8-72EE745BBBA8}" type="datetimeFigureOut">
              <a:rPr lang="en-CA" smtClean="0"/>
              <a:t>2018-06-13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2DB9C-8E04-48F8-8C91-70ECAC4CE6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4037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AADA3-8BA1-4661-B1E8-72EE745BBBA8}" type="datetimeFigureOut">
              <a:rPr lang="en-CA" smtClean="0"/>
              <a:t>2018-06-13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2DB9C-8E04-48F8-8C91-70ECAC4CE6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28452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AADA3-8BA1-4661-B1E8-72EE745BBBA8}" type="datetimeFigureOut">
              <a:rPr lang="en-CA" smtClean="0"/>
              <a:t>2018-06-13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2DB9C-8E04-48F8-8C91-70ECAC4CE6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50964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AADA3-8BA1-4661-B1E8-72EE745BBBA8}" type="datetimeFigureOut">
              <a:rPr lang="en-CA" smtClean="0"/>
              <a:t>2018-06-13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2DB9C-8E04-48F8-8C91-70ECAC4CE6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7372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6AADA3-8BA1-4661-B1E8-72EE745BBBA8}" type="datetimeFigureOut">
              <a:rPr lang="en-CA" smtClean="0"/>
              <a:t>2018-06-13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42DB9C-8E04-48F8-8C91-70ECAC4CE6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7910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1028" name="Picture 4" descr="Image result for surprised mario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4569" y="3800186"/>
            <a:ext cx="2319611" cy="230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7967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C742EC3F-CF35-44A2-9B53-78AB3DE22F6F}"/>
              </a:ext>
            </a:extLst>
          </p:cNvPr>
          <p:cNvGrpSpPr/>
          <p:nvPr/>
        </p:nvGrpSpPr>
        <p:grpSpPr>
          <a:xfrm>
            <a:off x="-237068" y="-1676400"/>
            <a:ext cx="13089468" cy="8280401"/>
            <a:chOff x="-1" y="-1"/>
            <a:chExt cx="10664476" cy="6861585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-1"/>
              <a:ext cx="5277059" cy="3610303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chemeClr val="tx1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87418" y="0"/>
              <a:ext cx="5277057" cy="3610302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chemeClr val="tx1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4BC99AC-F0A4-4633-9B42-5E775F93CC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" y="3664137"/>
              <a:ext cx="5277059" cy="3197446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chemeClr val="tx1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E23F66F-9666-4358-899C-2454ECC05FB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87418" y="3664137"/>
              <a:ext cx="5277057" cy="3197447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chemeClr val="tx1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</p:grpSp>
    </p:spTree>
    <p:extLst>
      <p:ext uri="{BB962C8B-B14F-4D97-AF65-F5344CB8AC3E}">
        <p14:creationId xmlns:p14="http://schemas.microsoft.com/office/powerpoint/2010/main" val="2623520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>GECDSB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Rachel Yan</dc:creator>
  <cp:lastModifiedBy>qingyi yan</cp:lastModifiedBy>
  <cp:revision>6</cp:revision>
  <dcterms:created xsi:type="dcterms:W3CDTF">2018-06-13T18:46:06Z</dcterms:created>
  <dcterms:modified xsi:type="dcterms:W3CDTF">2018-06-14T00:53:47Z</dcterms:modified>
</cp:coreProperties>
</file>